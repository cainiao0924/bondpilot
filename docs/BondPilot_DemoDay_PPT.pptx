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70432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58368" y="1965960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面向利率市场复盘与受策略约束钱包动作提案的 AI + Web3 Agent 原型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2633472"/>
            <a:ext cx="2011680" cy="27432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Cobo Agentic Wallet 赛道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16352" y="2633472"/>
            <a:ext cx="132588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YieldAgent v0.2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97680" y="2633472"/>
            <a:ext cx="1965960" cy="274320"/>
          </a:xfrm>
          <a:prstGeom prst="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Mock Only · No Real Trade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32918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
</a:t>
            </a:r>
            <a:r>
              <a:rPr lang="en-US" sz="1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 读取真实国债期货、资金面和机构行为数据，由 YieldAgent 生成可审计决策，再输出受预算、人审和权限约束的钱包动作提案。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983480"/>
            <a:ext cx="9509760" cy="53035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真实市场数据 → 自动复盘 → YieldAgent 决策 → Wallet Policy → Cobo Action Mock → 审计记录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580644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Day 4–5 分钟展示版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608076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GitHub: cainiao0924 / BondPilot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Web3 School Hackathon · Cobo Agentic Wallet Track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 Demo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项目痛点：利率市场复盘重复、分散、难审计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347472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交易员每天要看很多东西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国债期货价格、日内结构、资金利率、资金情绪、机构行为、技术指标。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43400" y="1325880"/>
            <a:ext cx="347472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传统报告不直接可执行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复盘往往停留在文字结论，难以转化为可审计、可追踪、可复用的结构化决策。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92440" y="1325880"/>
            <a:ext cx="347472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 不能直接动资金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如果没有权限边界、预算上限、人审机制和审计日志，AI 执行会带来资产安全风险。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85876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10607040" cy="11887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市场数据碎片化：人工整理耗时，判断链条不连续。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复盘结果难审计：很难证明某天 Agent 基于什么数据得出什么判断。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执行风险高：AI 如果直接连接钱包，必须先解决预算、权限、审批和私钥隔离。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Web3 School Hackathon · Cobo Agentic Wallet Track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 Demo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解决方案：把复盘变成可审计的 Agent 工作流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1｜自动获取数据
</a:t>
            </a:r>
            <a:r>
              <a:rPr lang="en-US" sz="13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国债期货、日内 K 线、资金情绪、机构行为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1417320"/>
            <a:ext cx="21488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2｜生成每日复盘
</a:t>
            </a:r>
            <a:r>
              <a:rPr lang="en-US" sz="13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/ PDF / 飞书图，形成市场环境数据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66360" y="141732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3｜YieldAgent 决策
</a:t>
            </a:r>
            <a:r>
              <a:rPr lang="en-US" sz="13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market_view、signal、risk_level、decision_basis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0" y="1417320"/>
            <a:ext cx="21488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4｜钱包策略约束
</a:t>
            </a:r>
            <a:r>
              <a:rPr lang="en-US" sz="13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预算、人审、允许动作、禁止动作、私钥隔离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29800" y="141732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5｜Cobo 动作模拟
</a:t>
            </a:r>
            <a:r>
              <a:rPr lang="en-US" sz="13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生成受策略约束的钱包动作提案，用于审计和演示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流程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4434840"/>
            <a:ext cx="4846320" cy="141732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DM 数据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OSS 存储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市场环境数据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报告生成器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YieldAgent 决策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钱包策略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Cobo 模拟钱包动作提案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0" y="4434840"/>
            <a:ext cx="5897880" cy="1417320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关键边界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 MVP 不执行真实链上交易，不访问私钥，也未直接接入 Cobo SDK。重点展示 AI Agent 如何安全生成钱包动作提案。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Web3 School Hackathon · Cobo Agentic Wallet Track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 Demo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系统架构图：真实数据 → AI 决策 → 受控钱包动作提案</a:t>
            </a:r>
            <a:endParaRPr lang="en-US" sz="2700" dirty="0"/>
          </a:p>
        </p:txBody>
      </p:sp>
      <p:pic>
        <p:nvPicPr>
          <p:cNvPr id="4" name="Image 0" descr="/mnt/data/bondpilot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404" y="1170432"/>
            <a:ext cx="9344431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Web3 School Hackathon · Cobo Agentic Wallet Track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 Demo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真实数据链路：不是纯 Mock，而是基于已运行的复盘系统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3474720" cy="150876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DM API 自动获取国债期货、日内 K 线、资金利率、资金情绪和机构行为。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43400" y="1280160"/>
            <a:ext cx="3474720" cy="15087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云端流程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阿里云 Function Compute 定时运行，OSS 存储数据、报告和样本输出。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92440" y="1280160"/>
            <a:ext cx="3474720" cy="150876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 Demo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仓库保存可复现样本：market_context、formal_review、yield_agent_decision。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4015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当前样本输入 / 输出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794760"/>
            <a:ext cx="5577840" cy="141732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samples/market_context_20260605.json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samples/bond_futures_formal_review_20260605.md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↓ 运行 python3 src/yield_agent_demo.py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samples/yield_agent_decision_20260605.json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3858768"/>
            <a:ext cx="4892040" cy="123444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market_context 含资金情绪、DR/R 利率、机构行为。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formal_review 含国债期货复盘文本。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decision JSON 是 Demo Day 的核心展示结果。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Web3 School Hackathon · Cobo Agentic Wallet Track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 Demo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YieldAgent：把复盘转成结构化决策 JSON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每日国债期货复盘 + market_context，包括资金面、机构行为和日内结构。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34840" y="123444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market_view、decision_basis、signal、risk_level、action_plan、risk_controls。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75320" y="1234440"/>
            <a:ext cx="3017520" cy="1371600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当前结果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signal = observe，risk_level = medium。说明 Agent 在信号混合和追涨风险较高时保持观察。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5349240" cy="22402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"signal": "observe",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"risk_level": "medium",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"decision_basis":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"Funding sentiment and money market rates...",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"Institution behavior...",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"Daily futures review and intraday bars..."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30175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讲法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3456432"/>
            <a:ext cx="4663440" cy="13258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不是凭空判断，而是基于真实市场数据和复盘文本。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observe 不是“没结论”，而是风险控制下的主动等待。</a:t>
            </a:r>
            <a:endParaRPr lang="en-US" sz="1500" dirty="0"/>
          </a:p>
          <a:p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 JSON 便于审计、复用和后续连接钱包策略。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Web3 School Hackathon · Cobo Agentic Wallet Track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BondPilot Demo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快速运行：4 分钟现场 Demo 就跑这条命令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760720" cy="13258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BondPilot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src/yield_agent_demo.py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head -80 samples/yield_agent_decision_20260605.json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20840" y="1417320"/>
            <a:ext cx="4434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输入文件
</a:t>
            </a: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samples/market_context_20260605.json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samples/bond_futures_formal_review_20260605.md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20840" y="2971800"/>
            <a:ext cx="443484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输出文件
</a:t>
            </a:r>
            <a:r>
              <a:rPr lang="en-US" sz="15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samples/yield_agent_decision_20260605.json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现场展示字段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37744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market_view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950208"/>
            <a:ext cx="237744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decision_basis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334256"/>
            <a:ext cx="237744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risk_controls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718304"/>
            <a:ext cx="237744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wallet_policy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102352"/>
            <a:ext cx="237744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cobo_action_mock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237744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audit_note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3886200"/>
            <a:ext cx="7452360" cy="1143000"/>
          </a:xfrm>
          <a:prstGeom prst="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解释重点
</a:t>
            </a:r>
            <a:r>
              <a:rPr lang="en-US" sz="1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不是展示“AI 自动交易”，而是展示“真实数据 → AI 判断 → 钱包策略 → 动作提案 → 审计记录”的安全链路。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Web3 School Hackathon · Cobo Agentic Wallet Track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5624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47365" y="282956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读取真实市场数据</a:t>
            </a:r>
            <a:endParaRPr lang="zh-CN" altLang="en-US"/>
          </a:p>
          <a:p>
            <a:r>
              <a:rPr lang="zh-CN" altLang="en-US"/>
              <a:t>→ 生成当日复盘</a:t>
            </a:r>
            <a:endParaRPr lang="zh-CN" altLang="en-US"/>
          </a:p>
          <a:p>
            <a:r>
              <a:rPr lang="zh-CN" altLang="en-US"/>
              <a:t>→ 预测下一交易日</a:t>
            </a:r>
            <a:endParaRPr lang="zh-CN" altLang="en-US"/>
          </a:p>
          <a:p>
            <a:r>
              <a:rPr lang="zh-CN" altLang="en-US"/>
              <a:t>→ 下一日验证预测并调整模型记忆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2743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微软雅黑" panose="020B0503020204020204" charset="-122"/>
              </a:rPr>
              <a:t>BondPilot Demo Day</a:t>
            </a:r>
            <a:endParaRPr sz="1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640080"/>
            <a:ext cx="109728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微软雅黑" panose="020B0503020204020204" charset="-122"/>
              </a:rPr>
              <a:t>ZAI 方向未来规划：从一次复盘到长期学习 Agent</a:t>
            </a:r>
            <a:endParaRPr sz="30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2336" y="1188720"/>
            <a:ext cx="1115568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06078"/>
                </a:solidFill>
                <a:latin typeface="微软雅黑" panose="020B0503020204020204" charset="-122"/>
              </a:rPr>
              <a:t>当前 Demo 已验证“真实数据 → YieldAgent 决策”；下一步补齐预测、验证、反思、记忆更新闭环。</a:t>
            </a:r>
            <a:endParaRPr sz="1600" b="0">
              <a:solidFill>
                <a:srgbClr val="5060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057400" cy="123444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1｜读取真实市场数据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DM API
资金面 / 机构行为
国债期货 T/TF/TS/TL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88920" y="1874519"/>
            <a:ext cx="2057400" cy="1234440"/>
          </a:xfrm>
          <a:prstGeom prst="roundRect">
            <a:avLst/>
          </a:prstGeom>
          <a:solidFill>
            <a:srgbClr val="DBFAE5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2｜生成当日复盘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行情速览
技术指标矩阵
风险提示与观察清单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74920" y="1874519"/>
            <a:ext cx="2057400" cy="1234440"/>
          </a:xfrm>
          <a:prstGeom prst="roundRect">
            <a:avLst/>
          </a:prstGeom>
          <a:solidFill>
            <a:srgbClr val="FEF3C7"/>
          </a:solidFill>
          <a:ln w="1778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3｜预测下一交易日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方向判断
TL/T 相对强弱
关键触发条件 / 置信度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60920" y="1874519"/>
            <a:ext cx="2057400" cy="1234440"/>
          </a:xfrm>
          <a:prstGeom prst="roundRect">
            <a:avLst/>
          </a:prstGeom>
          <a:solidFill>
            <a:srgbClr val="EDE9FE"/>
          </a:solidFill>
          <a:ln w="1778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4｜次日验证预测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对照真实结果
正确 / 部分正确 / 错误
形成预测评分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46920" y="1874519"/>
            <a:ext cx="2057400" cy="1234440"/>
          </a:xfrm>
          <a:prstGeom prst="roundRect">
            <a:avLst/>
          </a:prstGeom>
          <a:solidFill>
            <a:srgbClr val="FFE4E6"/>
          </a:solidFill>
          <a:ln w="1778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5｜更新长期记忆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写入 memory JSON
调整规则权重
供下一轮复盘调用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96896" y="2491739"/>
            <a:ext cx="11887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82896" y="2491739"/>
            <a:ext cx="11887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68896" y="2491739"/>
            <a:ext cx="11887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54896" y="2491739"/>
            <a:ext cx="11887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352044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微软雅黑" panose="020B0503020204020204" charset="-122"/>
              </a:rPr>
              <a:t>实现方式（不需要推翻当前代码，只是在现有输出上增加字段与记忆文件）</a:t>
            </a:r>
            <a:endParaRPr sz="1800" b="1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2788920" cy="114300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A. 预测结构化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新增 next_day_forecast：
market_bias、tl_view、t_view、key_conditions、confidence。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29000" y="3977639"/>
            <a:ext cx="2788920" cy="1143000"/>
          </a:xfrm>
          <a:prstGeom prst="roundRect">
            <a:avLst/>
          </a:prstGeom>
          <a:solidFill>
            <a:srgbClr val="DBFAE5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B. 预测存档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每日输出后写入 OSS / memory：
保存预测、关键条件、当日样本和版本号。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2788920" cy="1143000"/>
          </a:xfrm>
          <a:prstGeom prst="roundRect">
            <a:avLst/>
          </a:prstGeom>
          <a:solidFill>
            <a:srgbClr val="FEF3C7"/>
          </a:solidFill>
          <a:ln w="1778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C. 次日验证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下一交易日读取真实结果：
比较 TL/T 强弱、方向、资金面条件是否兑现。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81160" y="3977639"/>
            <a:ext cx="2788920" cy="1143000"/>
          </a:xfrm>
          <a:prstGeom prst="roundRect">
            <a:avLst/>
          </a:prstGeom>
          <a:solidFill>
            <a:srgbClr val="EDE9FE"/>
          </a:solidFill>
          <a:ln w="1778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微软雅黑" panose="020B0503020204020204" charset="-122"/>
              </a:rPr>
              <a:t>D. 学习更新</a:t>
            </a:r>
            <a:endParaRPr sz="1600" b="1">
              <a:solidFill>
                <a:srgbClr val="111827"/>
              </a:solidFill>
              <a:latin typeface="微软雅黑" panose="020B0503020204020204" charset="-122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03E52"/>
                </a:solidFill>
                <a:latin typeface="微软雅黑" panose="020B0503020204020204" charset="-122"/>
              </a:rPr>
              <a:t>生成 learning_update：
记录 what_worked、what_failed、rule_adjustments。</a:t>
            </a:r>
            <a:endParaRPr sz="11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440680"/>
            <a:ext cx="115671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64592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微软雅黑" panose="020B0503020204020204" charset="-122"/>
              </a:rPr>
              <a:t>未来输出样例：</a:t>
            </a:r>
            <a:r>
              <a:rPr sz="1500">
                <a:solidFill>
                  <a:srgbClr val="303E52"/>
                </a:solidFill>
                <a:latin typeface="微软雅黑" panose="020B0503020204020204" charset="-122"/>
              </a:rPr>
              <a:t> previous_prediction_review + next_day_forecast + learning_update，让 Agent 每天“预测—验证—修正”。</a:t>
            </a:r>
            <a:endParaRPr sz="1500">
              <a:solidFill>
                <a:srgbClr val="303E52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565392"/>
            <a:ext cx="114482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048" y="6656832"/>
            <a:ext cx="5943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AI + Web3 School Hackathon · ZAI Long-term Task Track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12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3547</Words>
  <Application>WPS 演示</Application>
  <PresentationFormat>On-screen Show (16:9)</PresentationFormat>
  <Paragraphs>214</Paragraphs>
  <Slides>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</vt:lpstr>
      <vt:lpstr>Consolas</vt:lpstr>
      <vt:lpstr>Consolas</vt:lpstr>
      <vt:lpstr>Consolas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x Web3 School Hackathon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BondPilot Demo Day</dc:title>
  <dc:creator>BondPilot</dc:creator>
  <dc:subject>BondPilot Demo Day Pitch</dc:subject>
  <cp:lastModifiedBy>22073</cp:lastModifiedBy>
  <cp:revision>4</cp:revision>
  <dcterms:created xsi:type="dcterms:W3CDTF">2026-06-13T16:13:00Z</dcterms:created>
  <dcterms:modified xsi:type="dcterms:W3CDTF">2026-06-13T17:16:23Z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2B3B49A029774EB09A1F67FF99500931_12</vt:lpwstr>
  </property>
  <property fmtid="{D5CDD505-2E9C-101B-9397-08002B2CF9AE}" pid="3" name="KSOProductBuildVer">
    <vt:lpwstr>2052-12.1.0.26884</vt:lpwstr>
  </property>
</Properties>
</file>